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E20BF-7BAA-3EB6-B290-CF526A936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6B3CAF-D0BB-4D7A-32CA-7F39635C13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51001-9EF5-5CB2-8C8E-DE3D66805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69BE-1323-48BB-BE5B-CA70265BAB46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8B34D-6D77-6688-943F-00F99C272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A2738-9FC6-EF12-61BB-71338F209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18EA3-B5FE-4A2A-8328-726DF948E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610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2FF86-7DD9-4FD4-75F7-901D66660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F3177-3BFF-0900-0AE7-B1A693780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37FC9-B8B9-BB4B-CDE5-BE88298EE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69BE-1323-48BB-BE5B-CA70265BAB46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6F858-B81F-D290-1597-3A84358EA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F439B-EF8A-C884-2DEE-9170ED4DC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18EA3-B5FE-4A2A-8328-726DF948E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67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F4B7D-1E82-325E-127C-55E3428FB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1C01A-CF90-2B96-343F-F2F145F33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6361B-46A7-FD53-2128-FE02B1932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69BE-1323-48BB-BE5B-CA70265BAB46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52805-5148-8DEC-FBBD-2121C1523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CFE49-C25D-4F84-4E1A-CA66C35D4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18EA3-B5FE-4A2A-8328-726DF948E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40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24D3A-DD51-7176-55B9-4D5F90949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CDC80-45C9-4059-3B12-414E01AD3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BCF1E-DD57-6104-605B-5184E00706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75967-F8CD-7BD4-5E9F-A6AE5D9B4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69BE-1323-48BB-BE5B-CA70265BAB46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5CBC52-673D-0D40-2DF6-C0BCC3410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B19FA-5DF2-96FB-4312-2BADC6F66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18EA3-B5FE-4A2A-8328-726DF948E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029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82489-BB22-DF4E-52E3-EFF0004F2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FDC50-6794-208C-DE7F-F5202985C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5DCED6-C9AA-E587-A507-8E8F87D1B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B99870-BF6C-5F65-53BD-9BFDD326A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1F2DC0-921D-9FBB-A64F-B8DC00D14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404545-C134-2996-FF81-8778ACE25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69BE-1323-48BB-BE5B-CA70265BAB46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B88B36-D5A7-A9B0-ECD0-C00F03191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B7822E-D6D8-065F-D8BF-9570D4AB4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18EA3-B5FE-4A2A-8328-726DF948E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369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5AA2A-301B-502C-A869-3C1224020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141B15-C4B7-EC6E-202F-40E3FB8C1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69BE-1323-48BB-BE5B-CA70265BAB46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EE15D8-6FDB-5EB4-6A2D-1084B3B95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9C19D3-AEF2-FFC5-CED7-E995D6265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18EA3-B5FE-4A2A-8328-726DF948E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98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DD2547-CC97-2482-22C1-DE134B9AA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69BE-1323-48BB-BE5B-CA70265BAB46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67C3B4-7C00-AF8F-0319-E8FF14AA1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E6C06-3B19-196A-4587-D4387F688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18EA3-B5FE-4A2A-8328-726DF948E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50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F4B84-FCD9-AF5E-116D-D098833CE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95BB2-23EA-A75E-C413-8CF73357E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399AFD-7AF5-680B-9F07-4AB414AF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ECF53-7698-B3A7-D171-D8120CBAA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69BE-1323-48BB-BE5B-CA70265BAB46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EF678-9BF3-EE4E-C7A7-3244224F8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6164A-AC31-70F0-F013-AAEBFE6CE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18EA3-B5FE-4A2A-8328-726DF948E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667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70113-04FF-8ECD-2658-9D79067B3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AD2153-D222-33EE-9777-05A58FC91A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ED954A-8D55-CB22-721D-A8B07F8DB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F1F72-7723-CC0F-8281-5F99CAB76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69BE-1323-48BB-BE5B-CA70265BAB46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C7538-55E5-24E5-4031-0A1AE69E1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E354D-5C5D-17EE-1B2C-2C380C195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18EA3-B5FE-4A2A-8328-726DF948E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16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BBF8E-A872-ABCD-C1B2-2C1E3C7A0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37170-9678-BFEA-BFC0-00E0D6B1F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6ED14-D01D-66AA-30F8-BE75EDC73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69BE-1323-48BB-BE5B-CA70265BAB46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9A63C-8FA6-9CDD-3282-D7F9854BB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F70AA-3DA4-5461-171D-562332012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18EA3-B5FE-4A2A-8328-726DF948E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306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571459-D956-FC8D-7D3F-3FE92AB930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C231DC-FC0A-2E2D-485F-2EABB44B0B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8C205-19F5-5CF7-8257-F582C8996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69BE-1323-48BB-BE5B-CA70265BAB46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33824-F1AB-6161-C7B5-36D329BA8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651F0-3649-F89A-1444-B6ADF313D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18EA3-B5FE-4A2A-8328-726DF948E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935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39AA1B-7FA1-2B4E-F7E8-4AE49A8F5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F7DD7-C392-E4A1-DEC6-DEF614681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C2CBE-38B7-427C-3593-9D6F294497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7769BE-1323-48BB-BE5B-CA70265BAB46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1841C-801D-3DEC-9D4A-2DA9597159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502A8-C9B7-F3D1-B9DD-466EEFFF74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518EA3-B5FE-4A2A-8328-726DF948E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25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7F26C2-EFEA-4124-851C-0E8EA45D0F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5375"/>
          <a:stretch>
            <a:fillRect/>
          </a:stretch>
        </p:blipFill>
        <p:spPr>
          <a:xfrm>
            <a:off x="0" y="225425"/>
            <a:ext cx="5440680" cy="6407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5DF8F2-AA42-2096-578F-C790D2E8B9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350"/>
          <a:stretch>
            <a:fillRect/>
          </a:stretch>
        </p:blipFill>
        <p:spPr>
          <a:xfrm>
            <a:off x="5559552" y="225425"/>
            <a:ext cx="6175248" cy="640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531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1142FDB-60D3-8519-C7EE-EE53077BE9AF}"/>
              </a:ext>
            </a:extLst>
          </p:cNvPr>
          <p:cNvGrpSpPr/>
          <p:nvPr/>
        </p:nvGrpSpPr>
        <p:grpSpPr>
          <a:xfrm>
            <a:off x="176213" y="800098"/>
            <a:ext cx="8396286" cy="5257804"/>
            <a:chOff x="176213" y="800098"/>
            <a:chExt cx="8396286" cy="52578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522DD8D-21D1-EB63-D5B9-929FEC33A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500" r="50219" b="11666"/>
            <a:stretch>
              <a:fillRect/>
            </a:stretch>
          </p:blipFill>
          <p:spPr>
            <a:xfrm>
              <a:off x="303276" y="857249"/>
              <a:ext cx="3982974" cy="520065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D8C3C43-B08A-9CF2-C5EB-16A8E25242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67" t="12639" b="11528"/>
            <a:stretch>
              <a:fillRect/>
            </a:stretch>
          </p:blipFill>
          <p:spPr>
            <a:xfrm>
              <a:off x="4505324" y="857249"/>
              <a:ext cx="4067175" cy="5200653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4BF80C2-D7B4-8C2D-C34C-BFD0A97C2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738" r="1" b="93611"/>
            <a:stretch>
              <a:fillRect/>
            </a:stretch>
          </p:blipFill>
          <p:spPr>
            <a:xfrm>
              <a:off x="176213" y="800098"/>
              <a:ext cx="8220074" cy="4381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5883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9A25FD-CB64-0C3B-8F72-679BFA894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38" r="1" b="93611"/>
          <a:stretch>
            <a:fillRect/>
          </a:stretch>
        </p:blipFill>
        <p:spPr>
          <a:xfrm>
            <a:off x="1695451" y="1285875"/>
            <a:ext cx="8220074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997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NOAA Fisheries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Anne Smith</dc:creator>
  <cp:lastModifiedBy>Anne Smith</cp:lastModifiedBy>
  <cp:revision>2</cp:revision>
  <dcterms:created xsi:type="dcterms:W3CDTF">2026-09-23T12:27:54Z</dcterms:created>
  <dcterms:modified xsi:type="dcterms:W3CDTF">2026-10-02T16:22:29Z</dcterms:modified>
</cp:coreProperties>
</file>