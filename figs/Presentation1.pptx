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E20BF-7BAA-3EB6-B290-CF526A9361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6B3CAF-D0BB-4D7A-32CA-7F39635C13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151001-9EF5-5CB2-8C8E-DE3D668056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769BE-1323-48BB-BE5B-CA70265BAB46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48B34D-6D77-6688-943F-00F99C272A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CA2738-9FC6-EF12-61BB-71338F209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518EA3-B5FE-4A2A-8328-726DF948E2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6108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92FF86-7DD9-4FD4-75F7-901D66660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EF3177-3BFF-0900-0AE7-B1A693780B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637FC9-B8B9-BB4B-CDE5-BE88298EE6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769BE-1323-48BB-BE5B-CA70265BAB46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46F858-B81F-D290-1597-3A84358EA4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8F439B-EF8A-C884-2DEE-9170ED4DC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518EA3-B5FE-4A2A-8328-726DF948E2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4677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3F4B7D-1E82-325E-127C-55E3428FBA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01C01A-CF90-2B96-343F-F2F145F33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F6361B-46A7-FD53-2128-FE02B19324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769BE-1323-48BB-BE5B-CA70265BAB46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252805-5148-8DEC-FBBD-2121C1523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9CFE49-C25D-4F84-4E1A-CA66C35D45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518EA3-B5FE-4A2A-8328-726DF948E2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20408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724D3A-DD51-7176-55B9-4D5F90949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7CDC80-45C9-4059-3B12-414E01AD3B5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BBCF1E-DD57-6104-605B-5184E00706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475967-F8CD-7BD4-5E9F-A6AE5D9B40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769BE-1323-48BB-BE5B-CA70265BAB46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5CBC52-673D-0D40-2DF6-C0BCC34108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1B19FA-5DF2-96FB-4312-2BADC6F66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518EA3-B5FE-4A2A-8328-726DF948E2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90290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982489-BB22-DF4E-52E3-EFF0004F20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2FDC50-6794-208C-DE7F-F5202985C0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5DCED6-C9AA-E587-A507-8E8F87D1BB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B99870-BF6C-5F65-53BD-9BFDD326AC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1F2DC0-921D-9FBB-A64F-B8DC00D145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A404545-C134-2996-FF81-8778ACE25B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769BE-1323-48BB-BE5B-CA70265BAB46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B88B36-D5A7-A9B0-ECD0-C00F031911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9B7822E-D6D8-065F-D8BF-9570D4AB40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518EA3-B5FE-4A2A-8328-726DF948E2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03695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25AA2A-301B-502C-A869-3C12240201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E141B15-C4B7-EC6E-202F-40E3FB8C1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769BE-1323-48BB-BE5B-CA70265BAB46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EE15D8-6FDB-5EB4-6A2D-1084B3B95E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9C19D3-AEF2-FFC5-CED7-E995D6265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518EA3-B5FE-4A2A-8328-726DF948E2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39984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6DD2547-CC97-2482-22C1-DE134B9AA4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769BE-1323-48BB-BE5B-CA70265BAB46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167C3B4-7C00-AF8F-0319-E8FF14AA12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1E6C06-3B19-196A-4587-D4387F688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518EA3-B5FE-4A2A-8328-726DF948E2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1508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BF4B84-FCD9-AF5E-116D-D098833CE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B95BB2-23EA-A75E-C413-8CF73357ED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399AFD-7AF5-680B-9F07-4AB414AF22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0ECF53-7698-B3A7-D171-D8120CBAA3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769BE-1323-48BB-BE5B-CA70265BAB46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8EF678-9BF3-EE4E-C7A7-3244224F8B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F6164A-AC31-70F0-F013-AAEBFE6CE1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518EA3-B5FE-4A2A-8328-726DF948E2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56671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470113-04FF-8ECD-2658-9D79067B3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DAD2153-D222-33EE-9777-05A58FC91AE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ED954A-8D55-CB22-721D-A8B07F8DB0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3F1F72-7723-CC0F-8281-5F99CAB76C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769BE-1323-48BB-BE5B-CA70265BAB46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EC7538-55E5-24E5-4031-0A1AE69E1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E7E354D-5C5D-17EE-1B2C-2C380C1950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518EA3-B5FE-4A2A-8328-726DF948E2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68168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BBF8E-A872-ABCD-C1B2-2C1E3C7A03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C37170-9678-BFEA-BFC0-00E0D6B1FB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96ED14-D01D-66AA-30F8-BE75EDC73A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769BE-1323-48BB-BE5B-CA70265BAB46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69A63C-8FA6-9CDD-3282-D7F9854BB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4F70AA-3DA4-5461-171D-562332012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518EA3-B5FE-4A2A-8328-726DF948E2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3062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D571459-D956-FC8D-7D3F-3FE92AB930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C231DC-FC0A-2E2D-485F-2EABB44B0B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68C205-19F5-5CF7-8257-F582C8996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769BE-1323-48BB-BE5B-CA70265BAB46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F33824-F1AB-6161-C7B5-36D329BA8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0651F0-3649-F89A-1444-B6ADF313D6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518EA3-B5FE-4A2A-8328-726DF948E2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39351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339AA1B-7FA1-2B4E-F7E8-4AE49A8F5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DF7DD7-C392-E4A1-DEC6-DEF6146813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EC2CBE-38B7-427C-3593-9D6F294497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7769BE-1323-48BB-BE5B-CA70265BAB46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91841C-801D-3DEC-9D4A-2DA9597159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E502A8-C9B7-F3D1-B9DD-466EEFFF74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518EA3-B5FE-4A2A-8328-726DF948E2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28254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27F26C2-EFEA-4124-851C-0E8EA45D0FA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5375"/>
          <a:stretch>
            <a:fillRect/>
          </a:stretch>
        </p:blipFill>
        <p:spPr>
          <a:xfrm>
            <a:off x="0" y="225425"/>
            <a:ext cx="5440680" cy="64071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45DF8F2-AA42-2096-578F-C790D2E8B9F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9350"/>
          <a:stretch>
            <a:fillRect/>
          </a:stretch>
        </p:blipFill>
        <p:spPr>
          <a:xfrm>
            <a:off x="5559552" y="225425"/>
            <a:ext cx="6175248" cy="6407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75311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>NOAA Fisheries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Anne Smith</dc:creator>
  <cp:lastModifiedBy>Anne Smith</cp:lastModifiedBy>
  <cp:revision>1</cp:revision>
  <dcterms:created xsi:type="dcterms:W3CDTF">2026-09-23T12:27:54Z</dcterms:created>
  <dcterms:modified xsi:type="dcterms:W3CDTF">2026-09-23T12:35:59Z</dcterms:modified>
</cp:coreProperties>
</file>